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KonaData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La plateforme intelligente pour piloter votre établissement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konadatagn.com · Conakry, Guinée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 défi des établissements aujourd'hui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Fichiers Excel dispersés, bulletins manuels, retards de paiement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Parents sans visibilité sur notes et scolarité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Enseignants : confusion sur qui saisit quoi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Direction sans tableau de bord fiable en temps réel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Connexion mobile instable (3G/4G) — outils cloud inadaptés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 solution KonaData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</a:rPr>
              <a:t>Une seule plateforme cloud : inscriptions → notes → bulletins → paiements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Multi-rôles : direction, enseignants, comptabilité, parents (portail)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PWA : utilisable sur mobile, adaptée au réseau guinéen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Bulletins PDF, suivi Orange Money, rapports et synthèses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Sécurité : accès par rôle, données hébergées cloud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Parcours démo — 15 minutes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Étape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Bénéfice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Tableau de bord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KPIs élèves, paiements, alertes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Formations &amp; classes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Paliers collège/lycée, import Excel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Assignations enseignants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Chaque prof ne voit que ses classes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Élèves &amp; inscriptions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Import CSV, matricules auto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Notes &amp; bulletins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Saisie → PDF officiel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Paiements scolarité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Orange Money, reçus, relances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KonaData vs gestion traditionnelle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Critère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Excel / papier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KonaData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Accès mobile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Limité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PWA, 3G/4G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Rôles &amp; permissions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Confusion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Direction / prof / comptable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Bulletins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Long, erreurs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PDF automatisés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Paiements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Manuel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Suivi + reçus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Sécurité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Faible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Cloud + comptes sécurisés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Coût annuel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Personnel + temps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Abonnement prévisible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Pour qui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Écoles privées, collèges, lycées, instituts supérieurs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50 à 2 000+ élèves — Conakry et intérieur du pays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Directeurs, responsables scolarité, comptables, enseignants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Établissements qui veulent moderniser sans recruter un service 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Modèle économique — transparent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Poste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Exemple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Activation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Onboarding, import, formation ½ j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1,5 – 3 M GNF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Forfait annuel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Plateforme + support + mises à jour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 M GNF/an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Par élève / 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Redevance plateforme (≠ scolarité)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30 000 GNF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Total 200 él.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 M + 6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≈ 13 M GNF/an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Essai 30 j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Pilote complet avant engagement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Gratuit ou symbolique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Offre pilote proposée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</a:rPr>
              <a:t>30 jours d'accès complet — 1 niveau ou 1 classe pilote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Formation initiale de votre référent (½ journée)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Import de vos listes élèves existantes (CSV/Excel)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Support WhatsApp pro &amp; email — réponse sous 48 h ouvrées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Après validation : déploiement établissement complet + contrat annuel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Accompagnement KonaData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Équipe locale à Conakry — connaissance du terrain guinéen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Évolution produit selon vos retours (rentrée, bulletins, paiements)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Option KonaAI : rapports et synthèses assistés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Contrat clair : abonnement plateforme distinct de la scolarité familles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Prochaine étape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Démo personnalisée + convention pilote sous 7 jours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contact@konadatagn.com · +224 628 36 04 35 · konadatagn.com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Script oral — 2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1. « Monsieur/Madame le Directeur, vos équipes perdent du temps à recopier des notes et courir après les paiements. »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2. « KonaData centralise tout : chaque enseignant ne voit que ses classes, la comptabilité les encaissements, les parents peuvent suivre la scolarité. »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3. « Application web qui fonctionne même quand la connexion est faible. »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4. « Pilote 30 jours, puis abonnement annuel clair — environ 13 M GNF/an pour 200 élèves. »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5. « Planifions une démo avec votre responsable scolarité la semaine prochaine ? 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commercial — Établissements scolaires</dc:title>
  <dc:subject>KonaData SaaS Guinée</dc:subject>
  <dc:creator>KonaData</dc:creator>
  <cp:lastModifiedBy>KonaData</cp:lastModifiedBy>
  <cp:revision>1</cp:revision>
  <dcterms:created xsi:type="dcterms:W3CDTF">2026-06-13T17:36:26Z</dcterms:created>
  <dcterms:modified xsi:type="dcterms:W3CDTF">2026-06-13T17:36:26Z</dcterms:modified>
</cp:coreProperties>
</file>