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Guide utilisateur KonaData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Secteur BTP — Formation par rôle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konadatagn.com · 2026-06-19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Vue d'ensemble BTP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Chantiers : budget, planning (jalons ou MS Project XML)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Personnel : pointage MO + salaires Excel → Finances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Terrain : avancement, BL, carburant, stock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Finances : budget vs réel par poste (direction)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Rapports : semaine / mois / trimestre → PDF &amp; PPTX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Chef de chantier : saisie terrain uniquement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Connexion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/login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Email ou téléphone + WhatsApp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Direction : demo.btp@konadata.demo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Chef : demo.chef.btp@konadata.demo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Mot de passe démo : DemoKona2026!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05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Matrice rôle × page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Page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Direction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Chef chantier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Tableau de bord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tous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assignés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Chantiers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créer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lecture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Personnel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Finances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Avancement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complet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terrain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Bons / Carburant / Stock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Rapports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+ archive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 compiler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Assignations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Tableau de bord BTP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KPIs chantiers actifs, avancement, carburant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Alertes stock et BL récents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Point de départ quotidien direction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30-btp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Créer un chantier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/btp/chantiers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Ajouter → Nouveau chantier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Budget total + déjà engagé (opening_spent)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Répartition % MO / Matériaux / Engins / ST / FG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Configurer Ref 1 : jalons ou MS Project XML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5. Assigner le chef de chantier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Assignations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/btp/assignations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Utilisateurs → Assignations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Cocher chantiers par chef de terrain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Enregistrer avant mise en service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40-btp-assign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Personnel &amp; 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/btp/personnel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Import Excel salaires → Finances 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Pointage : jours × taux journalier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Direction uniquement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32-btp-person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Finances — Budget vs réel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/btp/finances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Postes : MO, Matériaux, Engins, ST, FG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opening_spent + dépenses app = total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Export CSV · Sous-traitance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37-btp-finan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Workflow BL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/btp/bons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Nouveau BL → brouillon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Lignes articles + montant GNF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Valider le bon → matériaux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Option : mise à jour stock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Avancement terrain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/btp/avancement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Nouveau relevé : % physique + planning ref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Panneau Planifié vs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Effectif, météo, observations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38-btp-avanc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Rapport périodique MOA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/btp/rapports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Choisir chantier + période (semaine/mois…)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Référence planning + commentaire synthèse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Compiler le rapport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Télécharger PDF ou PPTX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Chef de chantier — Routine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/btp/avancement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Quotidien : relevé avancement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À réception : BL validé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Vendredi : rapport semaine → direction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42-btp-chef-avanc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Ressources &amp; support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Vidéos : konadata-formation-btp-direction.mp4 &amp; chef.mp4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Modèles papier : docs/btp/modeles/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Démo live 15 min : SCRIPT-DEMO-PILOTE-BTP-15MIN.md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contact@konadatagn.com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KonaData — Formation</dc:title>
  <dc:subject>PptxGenJS Presentation</dc:subject>
  <dc:creator>KonaData</dc:creator>
  <cp:lastModifiedBy>KonaData</cp:lastModifiedBy>
  <cp:revision>1</cp:revision>
  <dcterms:created xsi:type="dcterms:W3CDTF">2026-06-19T18:17:22Z</dcterms:created>
  <dcterms:modified xsi:type="dcterms:W3CDTF">2026-06-19T18:17:22Z</dcterms:modified>
</cp:coreProperties>
</file>