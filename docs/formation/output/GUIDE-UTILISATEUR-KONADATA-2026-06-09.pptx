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Guide utilisateur KonaData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Établissements scolaires — Formation par rôle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konadatagn.com · 2026-06-09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Vue d'ensemble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Catalogue : classes et matières par palier (collège / lycée)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Inscriptions : candidatures, import élèves, dossiers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Notes : saisie enseignant, import CSV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Bulletins : PDF provisoire → définitif + SMS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Paiements : encaissements, impayés, export Excel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Parents : portail public /suivi-scolarite (sans compte)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</a:rPr>
              <a:t>Chaque rôle ne voit que les menus autorisés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Connexion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/login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Onglet Email ou Téléphone + SMS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Saisir identifiants fournis par l'établissement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Redirection vers /dashboard puis module métier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Démo : demo.ecole@konadata.demo / DemoKona2026!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05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Rôles établissement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Rôle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Accès principal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Direction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org_admin / deputy_director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Tout le module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Scolarité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registrar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Inscriptions, élèves, catalogue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Comptable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accountant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Paiements, impayés, effectifs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Enseignant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teacher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Classes assignées, notes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Élève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student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Inscription, mon bulletin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Candidat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candidate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Demande d'inscription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Parent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(sans compte)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/suivi-scolarite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Matrice rôle × page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Page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Dir.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Scol.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Compt.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Ens.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Élève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Cand.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Tableau de bord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Candidatures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Étudiants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Formations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assigné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Résultats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assigné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Bulletins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Paiements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Assignations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Tableau de bord — Direction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/etablissement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KPIs : effectifs, paiements, classes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Bandeau bulletins incomplets / checklist démarrage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Menu : Candidatures, Étudiants, Formations…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Cartes statistiques cliquables → modules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09-school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Formations — Catalogue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/etablissement/formations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Onglet Classes : filtre Palier (trimestres / semestres)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Bouton Ajout rapide → cocher modèles → Créer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Import Excel / CSV + Modèle Excel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Modifier / Archiver sur chaque ligne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Onglet Matières : presets par palier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16-school-form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Assignations enseignants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/utilisateurs/assignations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Regroupement par palier (Collège, Lycée…)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Cocher classe + matière pour chaque enseignant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Bandeau orange : couples sans enseignant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Bouton Enregistrer — 1 seul prof par couple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17-school-assign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Candidatures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/etablissement/candidatures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Statuts : nouveau, en cours, validé, refusé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Ouvrir dossier → pièces jointes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Boutons Valider / Refuser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SMS de confirmation possible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14-school-candida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Liste des étudiants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/etablissement/etudiants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Recherche par nom ou matricule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Filtre par classe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Bouton Nouvel élève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Bouton Import → /etablissement/etudiants/import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Fiche : onglet Scolarité (échéancier)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10-school-etudia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Import élèves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/etablissement/etudiants/import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1. Choisir la classe cible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2. Déposer CSV, Excel ou photo (KonaAI)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3. Vérifier l'aperçu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4. Cliquer Importer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5. Matricules auto si colonne absente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11-school-import-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Saisie des notes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/etablissement/resultats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Filtres : Classe, Matière, Période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Onglet Grille : saisie directe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Onglet Import : CSV + Modèle CSV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0/20 = note saisie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Case vide = manquant → alerte bulletin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12-school-resulta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Bulletins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/etablissement/bulletins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1. Choisir classe + période + année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2. Cocher types d'évaluation retenus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3. Consulter panneau Complétude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4. Générer / recalculer (provisoire)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5. Conseil CSV · PDF · ZIP classe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6. Publier définitif + SMS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13-school-bulleti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Paramètres bulletin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/parametres/bulletin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Logo et cachet (obligatoires pour PDF)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Paliers et périodes par défaut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Types d'évaluations cochés par défaut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Affichage détail par évaluation sur PDF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Paiements &amp; impayés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/etablissement/paiements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KPI recouvrement : impayés, créances, retards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Onglet Encaissements → Enregistrer un paiement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Onglet Impayés → filtre par classe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</a:rPr>
              <a:t>Export Excel impayés / encaissements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18-school-paie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Rôle Scolarité (registrar)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Traiter candidatures et dossiers inscription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Importer et mettre à jour les élèves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Maintenir catalogue classes / matières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Suivre paiements par classe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Ne génère pas les bulletins (direction)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</a:rPr>
              <a:t>Encaissement si paramètre activé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Rôle Comptable (accountant)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Routine : onglet Impayés chaque matin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Filtrer par classe → lien fiche élève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Enregistrer un paiement au guichet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Exporter impayés Excel pour reporting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Effectifs élèves et Classes : lecture seule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</a:rPr>
              <a:t>Dossiers inscription : vérification pièces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Rôle Enseignant (teacher)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Mon espace enseignant — pas de KPI global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Mes classes : formations (assignations uniquement)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Résultats : grille ou import CSV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Filtres classe + matière + période assignées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</a:rPr>
              <a:t>Si aucune classe : vérifier assignations (direction)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Élève &amp; Candidat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Élève : Mon inscription + Mon bulletin (définitif)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Élève : réinscription et dépôt de pièces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Candidat : formulaire demande d'inscription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Candidat : téléversement acte naissance, photos…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</a:rPr>
              <a:t>Suivi statut jusqu'à validation scolarité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Portail parents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309360" y="182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D4BF"/>
                </a:solidFill>
              </a:rPr>
              <a:t>/suivi-scolarite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1605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1. Saisir le matricule de l'élève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2. Recevoir code par SMS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3. Consulter solde des frais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4. Télécharger bulletin PDF (si définitif)</a:t>
            </a:r>
            <a:endParaRPr lang="en-US" sz="1200" dirty="0"/>
          </a:p>
        </p:txBody>
      </p:sp>
      <p:pic>
        <p:nvPicPr>
          <p:cNvPr id="6" name="Image 0" descr="C:\Users\Administrator\Projects\guinea-pwa\docs\demo-video\captures\19-suivi-scolar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914400"/>
            <a:ext cx="41605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868680"/>
            <a:ext cx="4251960" cy="4114800"/>
          </a:xfrm>
          <a:prstGeom prst="rect">
            <a:avLst/>
          </a:prstGeom>
          <a:noFill/>
          <a:ln w="12700">
            <a:solidFill>
              <a:srgbClr val="99F6E4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Règles métier essentielles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Sujet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Règle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Paliers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Collège = trimestres · Lycée = semestres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Note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Zéro = note saisie (pas un manquant)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Case vide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Manquant → alerte, provisoire possible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Types évals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Seuls les types cochés → moyenne &amp; PDF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Bulletins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Provisoire → Définitif + SMS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Assignations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 seul enseignant par classe/matière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PDF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Bloqué sans logo et cachet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Atelier formation 30 min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1. 5 min — Connexion, tableau de bord, rôles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2. 5 min — Formations : créer classe via preset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3. 5 min — Import 5 élèves (CSV test)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4. 5 min — Assigner un enseignant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5. 5 min — Saisir grille de notes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6. 5 min — Bulletins provisoires + impayés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Dépannage (FAQ)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Symptôme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Solution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Matières vides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Migration 091 + rafraîchir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Erreur bulletin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Migrations 088 → 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PDF bloqué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/parametres/bulletin logo + cachet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Écran vide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Lire bandeau rouge migrations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Ens. sans notes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/utilisateurs/assignations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Parent sans bulletin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Publier définitif (direction)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F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Ressources &amp; support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Vidéo formation : docs/demo-video/output/konadata-formation-ecole.mp4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Script démo 15 min : SCRIPT-DEMO-PILOTE-ECOLE-15MIN.md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Fichiers test : docs/exemples-test/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</a:rPr>
              <a:t>konadatagn.com · contact@konadatagn.com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KonaData — Formation</dc:title>
  <dc:subject>PptxGenJS Presentation</dc:subject>
  <dc:creator>KonaData</dc:creator>
  <cp:lastModifiedBy>KonaData</cp:lastModifiedBy>
  <cp:revision>1</cp:revision>
  <dcterms:created xsi:type="dcterms:W3CDTF">2026-06-09T10:31:30Z</dcterms:created>
  <dcterms:modified xsi:type="dcterms:W3CDTF">2026-06-09T10:31:30Z</dcterms:modified>
</cp:coreProperties>
</file>