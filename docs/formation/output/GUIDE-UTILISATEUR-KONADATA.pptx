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Guide utilisateur KonaData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D4BF"/>
                </a:solidFill>
              </a:rPr>
              <a:t>Établissements scolaires — Formation par rôle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konadatagn.com · 2026-06-09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92F"/>
                </a:solidFill>
              </a:rPr>
              <a:t>Guide utilisateur KonaData — Établissements scolaires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Public : formateurs internes, directeurs, scolarité, comptables, enseignants 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Objectif : former les collègues à l'utilisation de la plateforme par rôle 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Compte démo : demo.ecole@konadata.demo / DemoKona2026!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1. Vue d'ensemble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KonaData centralise la gestion d'un établissement scolaire 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Catalogue : classes et matières par palier (collège / lycée)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Inscriptions : candidatures, import élèves, dossiers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Notes : saisie par enseignant, import CSV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Bulletins : génération PDF, provisoire puis définitif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Paiements : encaissements, impayés, exports Excel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Parents : portail public sans compte (/suivi-scolarite)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Chaque utilisateur ne voit que les menus autorisés pour son rôle.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2. Connexion et premiers pas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Voir le guide PDF pour le détail des écrans et boutons.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2.1 Se connecter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Voir le guide PDF pour le détail des écrans et boutons.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2.2 Rôles établissement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Voir le guide PDF pour le détail des écrans et boutons.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2.3 Matrice rôle × page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Voir le guide PDF pour le détail des écrans et boutons.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3. Direction (`org_admin`, `deputy_director`)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Voir le guide PDF pour le détail des écrans et boutons.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3.1 Tableau de bord `/etablissement`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À montrer en formation 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KPIs : effectifs, paiements, classes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Bandeau bulletins incomplets ou checklist démarrage (si visible)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Menu latéral complet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Boutons / zones : cartes statistiques cliquables, liens rapides vers modules.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3.2 Formations `/etablissement/formations`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Onglet Classes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Filtre Palier : collège (trimestres) / lycée (semestres)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Ajout rapide : cocher modèles → Créer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Import Excel / CSV : bouton import + Modèle Excel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Modifier / Archiver sur chaque ligne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Onglet Matières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Presets par palier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Création, édition, archivage (is_active)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3.3 Assignations `/utilisateurs/assignations`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Regroupement par palier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Cocher classe + matière pour chaque enseignant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Bandeau orange : couples sans enseignant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Enregistrer — un seul prof par couple classe/matière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3.4 Candidatures `/etablissement/candidatures`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Liste des demandes (nouveau, en cours, validé, refusé)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Ouvrir dossier → pièces jointes → Valider / Refuser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Notification SMS possible à la confirmation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3.5 Étudiants `/etablissement/etudiants`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Recherche, filtre par classe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Nouvel élève ou Import (/etablissement/etudiants/import)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Fiche élève : identité, tuteur, documents, onglet Scolarité (échéancier)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3.6 Import élèves `/etablissement/etudiants/import`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1. Choisir la classe cible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2. Déposer CSV, Excel ou photo (KonaAI)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3. Aperçu → Importer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4. Matricules auto si colonne absente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3.7 Résultats `/etablissement/resultats`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Filtres : Classe, Matière, Période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Onglet Grille : saisie directe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Onglet Import : CSV + Modèle CSV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0/20 = note saisie · case vide = manquant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3.8 Bulletins `/etablissement/bulletins`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1. Classe + période + année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2. Cocher types d'évaluation retenus (devoir, composition…)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3. Panneau Complétude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4. Générer / recalculer (provisoire)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5. Conseil CSV · PDF · ZIP classe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6. Publier définitif + SMS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Paramètres : /parametres/bulletin — logo, cachet, paliers, types par défaut.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3.9 Paiements `/etablissement/paiements`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KPI recouvrement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Onglet Encaissements : Enregistrer un paiement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Onglet Impayés : filtre classe, lien fiche élève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Export Excel impayés / encaissements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3.10 Rapports `/etablissement/rapports`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Exports et synthèses pour la direction et la scolarité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4. Scolarité (`registrar`)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Voir le guide PDF pour le détail des écrans et boutons.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4.1 Missions quotidiennes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Traiter les candidatures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Importer et mettre à jour les élèves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Maintenir le catalogue classes/matières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Suivre les paiements par classe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Consulter les rapports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4.2 Ce que la scolarité ne fait pas (par défaut)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Génération des bulletins (réservée direction)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Saisie des notes (enseignants assignés)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Gestion des assignations (direction)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4.3 Encaissement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Si le paramètre *« la scolarité peut encaisser »* est activé dans les paramètres établissement, le rôle peut Enregistrer un paiement comme le comptable.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5. Comptable (`accountant`)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Voir le guide PDF pour le détail des écrans et boutons.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5.1 Tableau de bord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Vue Comptabilité : indicateurs financiers, impayés, créances.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5.2 Paiements `/etablissement/paiements`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Routine matinale recommandée 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1. Ouvrir onglet Impayés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2. Filtrer par classe si besoin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3. Contacter familles / noter actions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4. Enregistrer un paiement au guichet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5. Exporter impayés Excel pour reporting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5.3 Effectifs en lecture seule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Menu Effectifs élèves (étudiants) et Classes (formations) : consultation uniquement, pas de modification catalogue.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5.4 Dossiers inscription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Accès Dossiers inscription pour vérifier pièces avant validation financière.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6. Enseignant (`teacher`)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Voir le guide PDF pour le détail des écrans et boutons.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6.1 Mon espace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Titre : Mon espace enseignant. Pas de KPI établissement complet.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6.2 Mes classes `/etablissement/formations`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Liste des classes et matières assignées uniquement.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6.3 Saisie des notes `/etablissement/resultats`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1. Sélectionner classe assignée + matière + période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2. Saisir dans la Grille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3. Ou Import CSV pour une classe entière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Si aucune classe n'apparaît : vérifier les assignations (direction).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6.4 Vie scolaire `/etablissement/vie-scolaire`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Suivi disciplinaire et présences selon configuration établissement.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7. Élève (`student`)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Voir le guide PDF pour le détail des écrans et boutons.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7.1 Mon espace élève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Mon inscription : statut dossier, dépôt de pièces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Mon bulletin : bulletins publiés en définitif uniquement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7.2 Actions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Créer une demande de réinscription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Téléverser des documents sur son dossier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8. Candidat (`candidate`)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Voir le guide PDF pour le détail des écrans et boutons.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8.1 Parcours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1. Connexion ou inscription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2. Mon inscription : formulaire demande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3. Téléversement pièces (acte de naissance, photos…)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4. Suivi du statut jusqu'à validation par la scolarité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9. Parents et tuteurs (sans compte)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Voir le guide PDF pour le détail des écrans et boutons.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9.1 Suivi scolarité `/suivi-scolarite`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Étapes 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1. Saisir le matricule de l'élève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2. Recevoir un code par SMS sur le numéro enregistré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3. Consulter le solde des frais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4. Télécharger le bulletin PDF (si publié en définitif)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À dire en formation : pas d'application à installer ; lien partageable par WhatsApp.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10. Règles métier essentielles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Voir le guide PDF pour le détail des écrans et boutons.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11. Parcours formation recommandé (atelier 30 min)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1. 5 min — Connexion direction, tableau de bord, rôles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2. 5 min — Formations : créer une classe via preset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3. 5 min — Import 5 élèves (CSV test dans docs/exemples-test/)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4. 5 min — Assigner un enseignant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5. 5 min — Saisir une grille de notes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6. 5 min — Bulletins provisoires + paiements impayés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Fichiers test : liste-eleves-terminale.csv, notes-terminale-chimie.csv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12. Dépannage (FAQ formateurs)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Voir le guide PDF pour le détail des écrans et boutons.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13. Ressources complémentaires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Voir le guide PDF pour le détail des écrans et boutons.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14. Autres secteurs (aperçu)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KonaData couvre aussi ONG, BTP et PME avec des comptes démo dédiés. Les principes sont identiques : un rôle = un menu filtré, tableau de bord métier, exports et KonaAI.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Mot de passe commun démo : DemoKona2026!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</a:rPr>
              <a:t>15. Support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Site : [konadatagn.com](https://konadatagn.com)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Contact : contact@konadatagn.com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Migrations Supabase : dossier supabase/migrations/ (ordre 088 → 091 pour établissements)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 utilisateur KonaData — Formation</dc:title>
  <dc:subject>PptxGenJS Presentation</dc:subject>
  <dc:creator>KonaData</dc:creator>
  <cp:lastModifiedBy>KonaData</cp:lastModifiedBy>
  <cp:revision>1</cp:revision>
  <dcterms:created xsi:type="dcterms:W3CDTF">2026-06-09T10:12:17Z</dcterms:created>
  <dcterms:modified xsi:type="dcterms:W3CDTF">2026-06-09T10:12:17Z</dcterms:modified>
</cp:coreProperties>
</file>