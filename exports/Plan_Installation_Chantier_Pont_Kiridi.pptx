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PLAN D'INSTALLATION DU CHANTIER — PONT KIRIDI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A2540"/>
                </a:solidFill>
              </a:defRPr>
            </a:pPr>
            <a:r>
              <a:t>Style modèle PIC sur fond satellite réel (Kipé – Nongo, Conakry)</a:t>
            </a:r>
          </a:p>
          <a:p>
            <a:pPr>
              <a:defRPr sz="1500">
                <a:solidFill>
                  <a:srgbClr val="0A2540"/>
                </a:solidFill>
              </a:defRPr>
            </a:pPr>
            <a:r>
              <a:t>Zones 1 à 9 • Déviation provisoire • Accès • Signalisation • Légende</a:t>
            </a:r>
          </a:p>
          <a:p>
            <a:pPr>
              <a:defRPr sz="1500">
                <a:solidFill>
                  <a:srgbClr val="0A2540"/>
                </a:solidFill>
              </a:defRPr>
            </a:pPr>
            <a:r>
              <a:t>Coordonnées ≈ 9°36'41.6″ N / 13°38'11.3″ O</a:t>
            </a:r>
          </a:p>
          <a:p>
            <a:pPr>
              <a:defRPr sz="1500">
                <a:solidFill>
                  <a:srgbClr val="505050"/>
                </a:solidFill>
              </a:defRPr>
            </a:pP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Réalisé par : Mamady KABA &amp; Thierno Ibrahima Hassanatou Diallo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Encadré par : Monsieur Fodé Bangaly Keita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PIC — Vue satellite annotée (modèle demandé)</a:t>
            </a:r>
          </a:p>
        </p:txBody>
      </p:sp>
      <p:pic>
        <p:nvPicPr>
          <p:cNvPr id="4" name="Picture 3" descr="06_PIC_modele_satellite_Kiri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943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Localisation Ratoma / Kipé–Nongo</a:t>
            </a:r>
          </a:p>
        </p:txBody>
      </p:sp>
      <p:pic>
        <p:nvPicPr>
          <p:cNvPr id="4" name="Picture 3" descr="04_localisation_Pont_Kiri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25218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Organisation &amp; moyens</a:t>
            </a:r>
          </a:p>
        </p:txBody>
      </p:sp>
      <p:pic>
        <p:nvPicPr>
          <p:cNvPr id="4" name="Picture 3" descr="02_organisation_moy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15722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Phasage</a:t>
            </a:r>
          </a:p>
        </p:txBody>
      </p:sp>
      <p:pic>
        <p:nvPicPr>
          <p:cNvPr id="4" name="Picture 3" descr="03_phasage_insta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57339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Principe d'implantation des rives</a:t>
            </a:r>
          </a:p>
        </p:txBody>
      </p:sp>
      <p:pic>
        <p:nvPicPr>
          <p:cNvPr id="4" name="Picture 3" descr="05_principe_implantation_r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30842165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