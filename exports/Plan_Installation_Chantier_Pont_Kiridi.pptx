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PLAN D'INSTALLATION DE CHANTIER — PONT KIRIDI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540"/>
                </a:solidFill>
              </a:defRPr>
            </a:pPr>
            <a:r>
              <a:t>Construction d'un pont en béton armé</a:t>
            </a:r>
          </a:p>
          <a:p>
            <a:pPr>
              <a:defRPr sz="1800" b="0">
                <a:solidFill>
                  <a:srgbClr val="C45C26"/>
                </a:solidFill>
              </a:defRPr>
            </a:pPr>
            <a:r>
              <a:t>Site : Pont Kiridi — entre Kipé et Nongo, Conakry (Guinée)</a:t>
            </a:r>
          </a:p>
          <a:p>
            <a:pPr>
              <a:defRPr sz="1500" b="0">
                <a:solidFill>
                  <a:srgbClr val="505050"/>
                </a:solidFill>
              </a:defRPr>
            </a:pPr>
            <a:r>
              <a:t>Coordonnées : ≈ 9°36'41.6" N / 13°38'11.3" O  |  Alt. ≈ 3 m</a:t>
            </a:r>
          </a:p>
          <a:p>
            <a:pPr>
              <a:defRPr sz="1200" b="0">
                <a:solidFill>
                  <a:srgbClr val="505050"/>
                </a:solidFill>
              </a:defRPr>
            </a:pPr>
          </a:p>
          <a:p>
            <a:pPr>
              <a:defRPr sz="1600" b="1">
                <a:solidFill>
                  <a:srgbClr val="0A2540"/>
                </a:solidFill>
              </a:defRPr>
            </a:pPr>
            <a:r>
              <a:t>Contenu du dossier :</a:t>
            </a:r>
          </a:p>
          <a:p>
            <a:pPr>
              <a:defRPr sz="1500" b="0">
                <a:solidFill>
                  <a:srgbClr val="505050"/>
                </a:solidFill>
              </a:defRPr>
            </a:pPr>
            <a:r>
              <a:t>• Localisation du site dans la commune de Ratoma</a:t>
            </a:r>
          </a:p>
          <a:p>
            <a:pPr>
              <a:defRPr sz="1500" b="0">
                <a:solidFill>
                  <a:srgbClr val="505050"/>
                </a:solidFill>
              </a:defRPr>
            </a:pPr>
            <a:r>
              <a:t>• Plan d'installation intégré au tissu urbain existant</a:t>
            </a:r>
          </a:p>
          <a:p>
            <a:pPr>
              <a:defRPr sz="1500" b="0">
                <a:solidFill>
                  <a:srgbClr val="505050"/>
                </a:solidFill>
              </a:defRPr>
            </a:pPr>
            <a:r>
              <a:t>• Organisation hiérarchique et moyens matériels</a:t>
            </a:r>
          </a:p>
          <a:p>
            <a:pPr>
              <a:defRPr sz="1500" b="0">
                <a:solidFill>
                  <a:srgbClr val="505050"/>
                </a:solidFill>
              </a:defRPr>
            </a:pPr>
            <a:r>
              <a:t>• Phasage d'installation et d'exécution</a:t>
            </a:r>
          </a:p>
          <a:p>
            <a:pPr>
              <a:defRPr sz="1500" b="0">
                <a:solidFill>
                  <a:srgbClr val="505050"/>
                </a:solidFill>
              </a:defRPr>
            </a:pPr>
            <a:r>
              <a:t>• Principe d'implantation rive Kipé / rive Nongo</a:t>
            </a:r>
          </a:p>
          <a:p>
            <a:pPr>
              <a:defRPr sz="1200" b="0">
                <a:solidFill>
                  <a:srgbClr val="505050"/>
                </a:solidFill>
              </a:defRPr>
            </a:pPr>
          </a:p>
          <a:p>
            <a:pPr>
              <a:defRPr sz="1400" b="0">
                <a:solidFill>
                  <a:srgbClr val="505050"/>
                </a:solidFill>
              </a:defRPr>
            </a:pPr>
            <a:r>
              <a:t>Réalisé par : Mamady KABA &amp; Thierno Ibrahima Hassanatou Diallo</a:t>
            </a:r>
          </a:p>
          <a:p>
            <a:pPr>
              <a:defRPr sz="1400" b="0">
                <a:solidFill>
                  <a:srgbClr val="505050"/>
                </a:solidFill>
              </a:defRPr>
            </a:pPr>
            <a:r>
              <a:t>Encadré par : Monsieur Fodé Bangaly Keita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1 — Localisation du site Pont Kiridi (Kipé–Nongo)</a:t>
            </a:r>
          </a:p>
        </p:txBody>
      </p:sp>
      <p:pic>
        <p:nvPicPr>
          <p:cNvPr id="4" name="Picture 3" descr="04_localisation_Pont_Kiri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94425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2 — Plan d'installation de chantier (vue d'ensemble)</a:t>
            </a:r>
          </a:p>
        </p:txBody>
      </p:sp>
      <p:pic>
        <p:nvPicPr>
          <p:cNvPr id="4" name="Picture 3" descr="01_plan_installation_chantier_Kiri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8353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3 — Organisation &amp; moyens matériels</a:t>
            </a:r>
          </a:p>
        </p:txBody>
      </p:sp>
      <p:pic>
        <p:nvPicPr>
          <p:cNvPr id="4" name="Picture 3" descr="02_organisation_moy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741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4 — Phasage d'installation / exécution</a:t>
            </a:r>
          </a:p>
        </p:txBody>
      </p:sp>
      <p:pic>
        <p:nvPicPr>
          <p:cNvPr id="4" name="Picture 3" descr="03_phasage_insta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79873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5 — Principe d'implantation des rives</a:t>
            </a:r>
          </a:p>
        </p:txBody>
      </p:sp>
      <p:pic>
        <p:nvPicPr>
          <p:cNvPr id="4" name="Picture 3" descr="05_principe_implantation_ri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2202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6 — Synthèse du plan d'installation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•  Le chantier s'implante de part et d'autre du cours d'eau, entre Kipé (ouest) et Nongo (est).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•  Base vie et stockage placés rive Kipé ; préfabrication et parc engins rive Nongo — pour limiter l'encombrement.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•  Deux portails (Kipé / Nongo) + clôture continue pour sécuriser l'emprise et séparer du voisinage dense.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•  Déviation provisoire sud pour maintenir l'accès riverains (piétons / 2-roues) pendant démolition et travaux.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•  Deux postes de grue (G1, G2) pour levage des poutres et manutentions sur l'ouvrage de 62,80 m.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•  Installation de chantier estimée à ~20 jours, avant démolition (45 j) puis fondations / superstructure.</a:t>
            </a:r>
          </a:p>
          <a:p>
            <a:pPr>
              <a:spcAft>
                <a:spcPts val="800"/>
              </a:spcAft>
              <a:defRPr sz="1600">
                <a:solidFill>
                  <a:srgbClr val="1E1E1E"/>
                </a:solidFill>
              </a:defRPr>
            </a:pPr>
            <a:r>
              <a:t>•  Contraintes majeures : urbanisation dense, lit du cours d'eau, NPHE/NPBE, affouillement 5,00 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