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PROJET DE CONSTRUCTION D'UN PONT EN BÉTON ARMÉ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Présentation de soutenance</a:t>
            </a:r>
          </a:p>
          <a:p>
            <a:pPr>
              <a:defRPr sz="2200"/>
            </a:pPr>
            <a:r>
              <a:t>Réalisé par : Mamady KABA et Thierno Ibrahima Hassanatou DIALLO</a:t>
            </a:r>
          </a:p>
          <a:p>
            <a:pPr>
              <a:defRPr sz="2200"/>
            </a:pPr>
            <a:r>
              <a:t>Encadré par : Monsieur Fodé Bangaly KEITA</a:t>
            </a:r>
          </a:p>
          <a:p>
            <a:pPr>
              <a:defRPr sz="2200"/>
            </a:pPr>
            <a:r>
              <a:t>Filière : Génie Civil - Option Ponts et Chaussées</a:t>
            </a:r>
          </a:p>
          <a:p>
            <a:pPr>
              <a:defRPr sz="2200"/>
            </a:pPr>
            <a:r>
              <a:t>Année universitaire : 2017-2022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Soutenance Génie Civil - Ponts et Chaussées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PLAN DE LA PRÉSENTATION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1. Contexte et justification du projet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2. Données de base et hypothèses de conception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3. Choix de la variante optimale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4. Conception détaillée de l'ouvrage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5. Dimensionnement (tablier, poutres, culées)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6. Planification des travaux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7. Étude de prix et coût global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8. Conclusion et recommandations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Soutenance Génie Civil - Ponts et Chaussées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1. CONTEXTE ET OBJECTIFS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Franchissement d'un cours d'eau en zone urbaine.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Assurer la continuité de la circulation et la sécurité des usagers.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Objectifs du mémoire :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Proposer une solution de pont adaptée au site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Vérifier la stabilité et la résistance des éléments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Définir une méthode d'exécution et un planning réaliste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Établir une estimation économique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Soutenance Génie Civil - Ponts et Chaussées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2. DONNÉES DE BASE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Données hydrauliques et géométriques (extraites du dossier)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Niveau le plus bas de l'eau (NPBE) : 1,00 m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Niveau le plus haut de l'eau (NPHE) : 4,00 m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Affouillement prévu : 5,00 m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Tirant d'air : 2,00 m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Longueur totale du pont : 15,7 m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Largeur roulable : 6,0 m (2 voies)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Trottoirs : 2 x 1,00 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Soutenance Génie Civil - Ponts et Chaussées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3. CHOIX DE LA VARIANTE OPTIMALE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Variantes étudiées :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Pont à poutres en béton précontraint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Pont à tablier mixte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Pont à poutres en béton armé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Variante retenue : Pont à poutres en béton armé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Motifs de choix : simplicité d'exécution, coût maîtrisé, matériaux disponibles localement.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Soutenance Génie Civil - Ponts et Chaussées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4. CONCEPTION GÉNÉRALE DE L'OUVRAGE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Constitution de l'ouvrage :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Tablier en dalle hourdis sur poutres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Piles et culées en béton armé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Chevêtres, appareils d'appui et joints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Semelles de fondation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Le profil longitudinal et la coupe de principe sont définis selon les contraintes hydrauliques du site.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Soutenance Génie Civil - Ponts et Chaussées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5. HYPOTHÈSES DE CHARGES ET COMBINAISONS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Charges permanentes : poids propre, revêtement, équipements.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Charges d'exploitation : systèmes A et B + charges militaires.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Actions horizontales : freinage, poussées, actions d'eau et remblai.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Combinaisons ELU / ELS appliquées pour la vérification des sections.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Résultats : sections d'armatures validées pour poutres, dalle, culées et semelles.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Soutenance Génie Civil - Ponts et Chaussées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6. PLANNING D'EXÉCUTION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6699"/>
                </a:solidFill>
              </a:defRPr>
            </a:pPr>
            <a:r>
              <a:t>Durée totale estimée : 311 jours (01/07/2026 - 08/09/2027)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4592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2701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Durée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Début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Préparation de chantier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32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01/07/26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13/08/26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Démolition ouvrage existant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45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14/08/26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15/10/26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Terrassement et fondation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45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16/10/26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17/12/26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Infrastructures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95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18/12/26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29/04/27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Superstructure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242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29/07/26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01/07/27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Équipements et mise en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58 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02/07/27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08/09/27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Soutenance Génie Civil - Ponts et Chaussées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7. ÉTUDE DE PRIX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Coût global estimatif du projet :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14 334 530 076 GNF TTC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Principaux postes :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Études et contrôle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Installation et repli de chantier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Terrassements, fondations, béton armé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Préfabrication et pose des poutres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Équipements (appareils d'appui, garde-corps, revêtement)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Imprévus et assurances + TVA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Soutenance Génie Civil - Ponts et Chaussées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8. ORGANISATION D'EXÉCUTION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Organisation hiérarchique : conducteur des travaux, chef de chantier, ingénieur méthodes.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Main-d'œuvre : maçons, coffreurs, ferrailleurs, opérateurs d'engins.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Étapes clés :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Installation de chantier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Travaux préparatoires et fondations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Exécution des appuis et du tablier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Équipements, finitions et réception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Objectif : qualité - coût - délai.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Soutenance Génie Civil - Ponts et Chaussées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9. CONCLUSION ET RECOMMANDATIONS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Le pont à poutres en béton armé retenu répond aux exigences techniques du site.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Le dimensionnement montre une sécurité structurelle satisfaisante des éléments.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Le planning et l'estimation financière confirment la faisabilité du projet.</a:t>
            </a:r>
          </a:p>
          <a:p>
            <a:pPr>
              <a:defRPr sz="2400">
                <a:solidFill>
                  <a:srgbClr val="141414"/>
                </a:solidFill>
              </a:defRPr>
            </a:pPr>
            <a:r>
              <a:t>Recommandations :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Renforcer le suivi géotechnique et hydraulique pendant les travaux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Mettre en place un contrôle qualité strict du béton et des armatures</a:t>
            </a:r>
          </a:p>
          <a:p>
            <a:pPr lvl="1">
              <a:defRPr sz="2100">
                <a:solidFill>
                  <a:srgbClr val="141414"/>
                </a:solidFill>
              </a:defRPr>
            </a:pPr>
            <a:r>
              <a:t>- Prévoir un plan d'entretien périodique de l'ouvrage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Soutenance Génie Civil - Ponts et Chaussées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800" b="1">
                <a:solidFill>
                  <a:srgbClr val="FFFFFF"/>
                </a:solidFill>
              </a:rPr>
              <a:t>MERCI POUR VOTRE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6699"/>
                </a:solidFill>
              </a:defRPr>
            </a:pPr>
            <a:r>
              <a:t>Questions / Échanges</a:t>
            </a:r>
          </a:p>
          <a:p>
            <a:pPr algn="ctr">
              <a:defRPr sz="2400"/>
            </a:pPr>
            <a:r>
              <a:t>Mamady KABA - Thierno Ibrahima Hassanatou DIALLO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1000">
                <a:solidFill>
                  <a:srgbClr val="505050"/>
                </a:solidFill>
              </a:defRPr>
            </a:pPr>
            <a:r>
              <a:t>Soutenance Génie Civil - Ponts et Chaussées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